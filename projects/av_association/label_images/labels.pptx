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2743200" cy="91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0" autoAdjust="0"/>
    <p:restoredTop sz="94660"/>
  </p:normalViewPr>
  <p:slideViewPr>
    <p:cSldViewPr snapToGrid="0">
      <p:cViewPr>
        <p:scale>
          <a:sx n="200" d="100"/>
          <a:sy n="200" d="100"/>
        </p:scale>
        <p:origin x="1626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49648"/>
            <a:ext cx="2057400" cy="318347"/>
          </a:xfrm>
        </p:spPr>
        <p:txBody>
          <a:bodyPr anchor="b"/>
          <a:lstStyle>
            <a:lvl1pPr algn="ctr"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480272"/>
            <a:ext cx="2057400" cy="220768"/>
          </a:xfrm>
        </p:spPr>
        <p:txBody>
          <a:bodyPr/>
          <a:lstStyle>
            <a:lvl1pPr marL="0" indent="0" algn="ctr">
              <a:buNone/>
              <a:defRPr sz="320"/>
            </a:lvl1pPr>
            <a:lvl2pPr marL="60945" indent="0" algn="ctr">
              <a:buNone/>
              <a:defRPr sz="267"/>
            </a:lvl2pPr>
            <a:lvl3pPr marL="121890" indent="0" algn="ctr">
              <a:buNone/>
              <a:defRPr sz="240"/>
            </a:lvl3pPr>
            <a:lvl4pPr marL="182834" indent="0" algn="ctr">
              <a:buNone/>
              <a:defRPr sz="213"/>
            </a:lvl4pPr>
            <a:lvl5pPr marL="243779" indent="0" algn="ctr">
              <a:buNone/>
              <a:defRPr sz="213"/>
            </a:lvl5pPr>
            <a:lvl6pPr marL="304724" indent="0" algn="ctr">
              <a:buNone/>
              <a:defRPr sz="213"/>
            </a:lvl6pPr>
            <a:lvl7pPr marL="365669" indent="0" algn="ctr">
              <a:buNone/>
              <a:defRPr sz="213"/>
            </a:lvl7pPr>
            <a:lvl8pPr marL="426613" indent="0" algn="ctr">
              <a:buNone/>
              <a:defRPr sz="213"/>
            </a:lvl8pPr>
            <a:lvl9pPr marL="487558" indent="0" algn="ctr">
              <a:buNone/>
              <a:defRPr sz="21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0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0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227965"/>
            <a:ext cx="2366010" cy="380365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611928"/>
            <a:ext cx="2366010" cy="200025"/>
          </a:xfrm>
        </p:spPr>
        <p:txBody>
          <a:bodyPr/>
          <a:lstStyle>
            <a:lvl1pPr marL="0" indent="0">
              <a:buNone/>
              <a:defRPr sz="320">
                <a:solidFill>
                  <a:schemeClr val="tx1">
                    <a:tint val="82000"/>
                  </a:schemeClr>
                </a:solidFill>
              </a:defRPr>
            </a:lvl1pPr>
            <a:lvl2pPr marL="60945" indent="0">
              <a:buNone/>
              <a:defRPr sz="267">
                <a:solidFill>
                  <a:schemeClr val="tx1">
                    <a:tint val="82000"/>
                  </a:schemeClr>
                </a:solidFill>
              </a:defRPr>
            </a:lvl2pPr>
            <a:lvl3pPr marL="12189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3pPr>
            <a:lvl4pPr marL="18283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4pPr>
            <a:lvl5pPr marL="24377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5pPr>
            <a:lvl6pPr marL="304724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6pPr>
            <a:lvl7pPr marL="365669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7pPr>
            <a:lvl8pPr marL="426613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8pPr>
            <a:lvl9pPr marL="487558" indent="0">
              <a:buNone/>
              <a:defRPr sz="21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2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243417"/>
            <a:ext cx="116586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243417"/>
            <a:ext cx="1165860" cy="5801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87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48683"/>
            <a:ext cx="2366010" cy="176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" y="224155"/>
            <a:ext cx="1160502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" y="334010"/>
            <a:ext cx="1160502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224155"/>
            <a:ext cx="1166217" cy="109855"/>
          </a:xfrm>
        </p:spPr>
        <p:txBody>
          <a:bodyPr anchor="b"/>
          <a:lstStyle>
            <a:lvl1pPr marL="0" indent="0">
              <a:buNone/>
              <a:defRPr sz="320" b="1"/>
            </a:lvl1pPr>
            <a:lvl2pPr marL="60945" indent="0">
              <a:buNone/>
              <a:defRPr sz="267" b="1"/>
            </a:lvl2pPr>
            <a:lvl3pPr marL="121890" indent="0">
              <a:buNone/>
              <a:defRPr sz="240" b="1"/>
            </a:lvl3pPr>
            <a:lvl4pPr marL="182834" indent="0">
              <a:buNone/>
              <a:defRPr sz="213" b="1"/>
            </a:lvl4pPr>
            <a:lvl5pPr marL="243779" indent="0">
              <a:buNone/>
              <a:defRPr sz="213" b="1"/>
            </a:lvl5pPr>
            <a:lvl6pPr marL="304724" indent="0">
              <a:buNone/>
              <a:defRPr sz="213" b="1"/>
            </a:lvl6pPr>
            <a:lvl7pPr marL="365669" indent="0">
              <a:buNone/>
              <a:defRPr sz="213" b="1"/>
            </a:lvl7pPr>
            <a:lvl8pPr marL="426613" indent="0">
              <a:buNone/>
              <a:defRPr sz="213" b="1"/>
            </a:lvl8pPr>
            <a:lvl9pPr marL="487558" indent="0">
              <a:buNone/>
              <a:defRPr sz="21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334010"/>
            <a:ext cx="1166217" cy="491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40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18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33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60960"/>
            <a:ext cx="884753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131657"/>
            <a:ext cx="1388745" cy="649817"/>
          </a:xfrm>
        </p:spPr>
        <p:txBody>
          <a:bodyPr/>
          <a:lstStyle>
            <a:lvl1pPr>
              <a:defRPr sz="427"/>
            </a:lvl1pPr>
            <a:lvl2pPr>
              <a:defRPr sz="373"/>
            </a:lvl2pPr>
            <a:lvl3pPr>
              <a:defRPr sz="320"/>
            </a:lvl3pPr>
            <a:lvl4pPr>
              <a:defRPr sz="267"/>
            </a:lvl4pPr>
            <a:lvl5pPr>
              <a:defRPr sz="267"/>
            </a:lvl5pPr>
            <a:lvl6pPr>
              <a:defRPr sz="267"/>
            </a:lvl6pPr>
            <a:lvl7pPr>
              <a:defRPr sz="267"/>
            </a:lvl7pPr>
            <a:lvl8pPr>
              <a:defRPr sz="267"/>
            </a:lvl8pPr>
            <a:lvl9pPr>
              <a:defRPr sz="2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74320"/>
            <a:ext cx="884753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42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60960"/>
            <a:ext cx="884753" cy="213360"/>
          </a:xfrm>
        </p:spPr>
        <p:txBody>
          <a:bodyPr anchor="b"/>
          <a:lstStyle>
            <a:lvl1pPr>
              <a:defRPr sz="42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131657"/>
            <a:ext cx="1388745" cy="649817"/>
          </a:xfrm>
        </p:spPr>
        <p:txBody>
          <a:bodyPr anchor="t"/>
          <a:lstStyle>
            <a:lvl1pPr marL="0" indent="0">
              <a:buNone/>
              <a:defRPr sz="427"/>
            </a:lvl1pPr>
            <a:lvl2pPr marL="60945" indent="0">
              <a:buNone/>
              <a:defRPr sz="373"/>
            </a:lvl2pPr>
            <a:lvl3pPr marL="121890" indent="0">
              <a:buNone/>
              <a:defRPr sz="320"/>
            </a:lvl3pPr>
            <a:lvl4pPr marL="182834" indent="0">
              <a:buNone/>
              <a:defRPr sz="267"/>
            </a:lvl4pPr>
            <a:lvl5pPr marL="243779" indent="0">
              <a:buNone/>
              <a:defRPr sz="267"/>
            </a:lvl5pPr>
            <a:lvl6pPr marL="304724" indent="0">
              <a:buNone/>
              <a:defRPr sz="267"/>
            </a:lvl6pPr>
            <a:lvl7pPr marL="365669" indent="0">
              <a:buNone/>
              <a:defRPr sz="267"/>
            </a:lvl7pPr>
            <a:lvl8pPr marL="426613" indent="0">
              <a:buNone/>
              <a:defRPr sz="267"/>
            </a:lvl8pPr>
            <a:lvl9pPr marL="487558" indent="0">
              <a:buNone/>
              <a:defRPr sz="2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274320"/>
            <a:ext cx="884753" cy="508212"/>
          </a:xfrm>
        </p:spPr>
        <p:txBody>
          <a:bodyPr/>
          <a:lstStyle>
            <a:lvl1pPr marL="0" indent="0">
              <a:buNone/>
              <a:defRPr sz="213"/>
            </a:lvl1pPr>
            <a:lvl2pPr marL="60945" indent="0">
              <a:buNone/>
              <a:defRPr sz="187"/>
            </a:lvl2pPr>
            <a:lvl3pPr marL="121890" indent="0">
              <a:buNone/>
              <a:defRPr sz="160"/>
            </a:lvl3pPr>
            <a:lvl4pPr marL="182834" indent="0">
              <a:buNone/>
              <a:defRPr sz="133"/>
            </a:lvl4pPr>
            <a:lvl5pPr marL="243779" indent="0">
              <a:buNone/>
              <a:defRPr sz="133"/>
            </a:lvl5pPr>
            <a:lvl6pPr marL="304724" indent="0">
              <a:buNone/>
              <a:defRPr sz="133"/>
            </a:lvl6pPr>
            <a:lvl7pPr marL="365669" indent="0">
              <a:buNone/>
              <a:defRPr sz="133"/>
            </a:lvl7pPr>
            <a:lvl8pPr marL="426613" indent="0">
              <a:buNone/>
              <a:defRPr sz="133"/>
            </a:lvl8pPr>
            <a:lvl9pPr marL="487558" indent="0">
              <a:buNone/>
              <a:defRPr sz="1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0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2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48683"/>
            <a:ext cx="591503" cy="774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48683"/>
            <a:ext cx="1740218" cy="774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00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48683"/>
            <a:ext cx="2366010" cy="176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243417"/>
            <a:ext cx="2366010" cy="580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847514"/>
            <a:ext cx="6172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3CDB4-E593-4528-B7B6-940A7003CDDF}" type="datetimeFigureOut">
              <a:rPr lang="en-US" smtClean="0"/>
              <a:t>2026-04-23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847514"/>
            <a:ext cx="92583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847514"/>
            <a:ext cx="617220" cy="486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C437C-7CCF-4B2D-A4DB-1E049495D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4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890" rtl="0" eaLnBrk="1" latinLnBrk="0" hangingPunct="1">
        <a:lnSpc>
          <a:spcPct val="90000"/>
        </a:lnSpc>
        <a:spcBef>
          <a:spcPct val="0"/>
        </a:spcBef>
        <a:buNone/>
        <a:defRPr sz="5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2" indent="-30472" algn="l" defTabSz="121890" rtl="0" eaLnBrk="1" latinLnBrk="0" hangingPunct="1">
        <a:lnSpc>
          <a:spcPct val="90000"/>
        </a:lnSpc>
        <a:spcBef>
          <a:spcPts val="133"/>
        </a:spcBef>
        <a:buFont typeface="Arial" panose="020B0604020202020204" pitchFamily="34" charset="0"/>
        <a:buChar char="•"/>
        <a:defRPr sz="373" kern="1200">
          <a:solidFill>
            <a:schemeClr val="tx1"/>
          </a:solidFill>
          <a:latin typeface="+mn-lt"/>
          <a:ea typeface="+mn-ea"/>
          <a:cs typeface="+mn-cs"/>
        </a:defRPr>
      </a:lvl1pPr>
      <a:lvl2pPr marL="9141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2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07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3519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96141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6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518030" indent="-30472" algn="l" defTabSz="121890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1pPr>
      <a:lvl2pPr marL="60945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0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4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9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7pPr>
      <a:lvl8pPr marL="426613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8" algn="l" defTabSz="121890" rtl="0" eaLnBrk="1" latinLnBrk="0" hangingPunct="1">
        <a:defRPr sz="2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57F7F0-61DA-A236-F8B2-C26217F6EF3B}"/>
              </a:ext>
            </a:extLst>
          </p:cNvPr>
          <p:cNvSpPr txBox="1"/>
          <p:nvPr/>
        </p:nvSpPr>
        <p:spPr>
          <a:xfrm>
            <a:off x="-177165" y="-327630"/>
            <a:ext cx="30975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STIM</a:t>
            </a:r>
          </a:p>
        </p:txBody>
      </p:sp>
    </p:spTree>
    <p:extLst>
      <p:ext uri="{BB962C8B-B14F-4D97-AF65-F5344CB8AC3E}">
        <p14:creationId xmlns:p14="http://schemas.microsoft.com/office/powerpoint/2010/main" val="312223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FDFDB6-3CAA-1517-A13E-F42CD2A5F9D3}"/>
              </a:ext>
            </a:extLst>
          </p:cNvPr>
          <p:cNvSpPr txBox="1"/>
          <p:nvPr/>
        </p:nvSpPr>
        <p:spPr>
          <a:xfrm>
            <a:off x="-182165" y="-327630"/>
            <a:ext cx="3107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MOVE</a:t>
            </a:r>
          </a:p>
        </p:txBody>
      </p:sp>
    </p:spTree>
    <p:extLst>
      <p:ext uri="{BB962C8B-B14F-4D97-AF65-F5344CB8AC3E}">
        <p14:creationId xmlns:p14="http://schemas.microsoft.com/office/powerpoint/2010/main" val="2331996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2662-3225-5217-8F1A-0E8274CCD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81FD90-F61E-2A3D-6DD7-32167FA98A84}"/>
              </a:ext>
            </a:extLst>
          </p:cNvPr>
          <p:cNvSpPr txBox="1"/>
          <p:nvPr/>
        </p:nvSpPr>
        <p:spPr>
          <a:xfrm>
            <a:off x="-182165" y="-327630"/>
            <a:ext cx="3107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STXX</a:t>
            </a:r>
          </a:p>
        </p:txBody>
      </p:sp>
    </p:spTree>
    <p:extLst>
      <p:ext uri="{BB962C8B-B14F-4D97-AF65-F5344CB8AC3E}">
        <p14:creationId xmlns:p14="http://schemas.microsoft.com/office/powerpoint/2010/main" val="228082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9F6A-78B3-2B95-8F71-A3AF039D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E6096E-8C2F-01E3-9DD2-8E9C760D84AD}"/>
              </a:ext>
            </a:extLst>
          </p:cNvPr>
          <p:cNvSpPr txBox="1"/>
          <p:nvPr/>
        </p:nvSpPr>
        <p:spPr>
          <a:xfrm>
            <a:off x="-182165" y="-327630"/>
            <a:ext cx="3107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latin typeface="Cascadia Code" panose="020B0609020000020004" pitchFamily="49" charset="0"/>
                <a:cs typeface="Cascadia Code" panose="020B0609020000020004" pitchFamily="49" charset="0"/>
              </a:rPr>
              <a:t>MOXX</a:t>
            </a:r>
          </a:p>
        </p:txBody>
      </p:sp>
    </p:spTree>
    <p:extLst>
      <p:ext uri="{BB962C8B-B14F-4D97-AF65-F5344CB8AC3E}">
        <p14:creationId xmlns:p14="http://schemas.microsoft.com/office/powerpoint/2010/main" val="528807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4</Words>
  <Application>Microsoft Office PowerPoint</Application>
  <PresentationFormat>Custom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DPAG Oxford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Peters</dc:creator>
  <cp:lastModifiedBy>Andrew Peters</cp:lastModifiedBy>
  <cp:revision>2</cp:revision>
  <dcterms:created xsi:type="dcterms:W3CDTF">2026-04-23T09:17:42Z</dcterms:created>
  <dcterms:modified xsi:type="dcterms:W3CDTF">2026-04-23T15:32:50Z</dcterms:modified>
</cp:coreProperties>
</file>